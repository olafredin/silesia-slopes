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Mohr Circles and the Mohr–Coulomb Failure Criterion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slope actually fail?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Session 3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question of slope stability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stress state of a soil element (σ, τ on any plane) and its strength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shear stress on a plane reaches available shear strength on that plane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tools: (1) Mohr circle — maps the complete stress state to a single circle in (σ, τ) space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Mohr–Coulomb envelope — the boundary in (σ, τ) space beyond which failure occurs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the Mohr circle touches the envelope.  Pre-failure: circle lies below the envelope.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on an inclined plane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and shear stress on a plane inclined at 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2-D element with principal stresses σ₁, σ₃ (σ₁ &gt; σ₃):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σ_θ  =  (σ₁ + σ₃)/2  +  (σ₁ − σ₃)/2 · cos 2θ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44144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4144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τ_θ  =  (σ₁ − σ₃)/2 · sin 2θ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Mohr’s insight (1900):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856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θ varies 0–90°, the point (σ_θ, τ_θ) traces a circle centred at ((σ₁+σ₃)/2, 0) with radius (σ₁−σ₃)/2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428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stress state on every possible plane through that element lies on the Mohr circle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00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1755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shear stress:  τ_max = (σ₁−σ₃)/2  at  θ = 45°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 O (1900) Zeitschr. des VDI 44: 1524-1530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Mohr circle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Centre: C = ((σ₁ + σ₃) / 2, 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Radius: R = (σ₁ − σ₃) / 2   — half the deviator stress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axis: normal stress σ (positive = compression)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axis: shear stress τ (positive = counterclockwise)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of the horizontal diameter = principal planes, where τ = 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circle far to the left (low σ, high τ) → approaching failure</a:t>
            </a:r>
            <a:endParaRPr lang="en-US" sz="1500" dirty="0"/>
          </a:p>
        </p:txBody>
      </p:sp>
      <p:pic>
        <p:nvPicPr>
          <p:cNvPr id="5" name="Image 0" descr="/sessions/eager-admiring-tesla/mnt/silesia-slopes/notebooks/figures/mohr_element_and_cir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960120"/>
            <a:ext cx="35661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 circle for a 2-D stress element. All planes through the element are encoded on the circle.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Mohr–Coulomb failure criterion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Mohr–Coulomb failure envelope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 (1776): shear strength on a plane is a linear function of normal stress: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τ_f  =  c  +  σ tan 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effective-stress form (the operative form for slope analysis):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16936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169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τ_f  =  c′  +  σ′ tan φ′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7856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c′ — effective cohesion (kPa): residual strength → c′ ≈ 0 for granular soils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428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φ′ — effective friction angle: sand 28–36°, silt 24–30°, Carpathian flysch 20–28°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00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1755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 circle touches the envelope → element yields on the plane at θ = 45° + φ′/2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 CA (1776) Mém. Acad. Roy. Sci. Paris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pore pressure on the Mohr circle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stress:  σ′ = σ − u  shifts the Mohr circle to the left by amount 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Total-stress circle: position relative to the total-stress envelope is irrelevant for failure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Effective-stress circle: moves left as u rises — approaches the failure envelope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failure: the effective circle just touches the failure envelope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story: rainfall raises u → circle shifts left → touches envelope → slope fails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04 and 05 quantify exactly when this happens as a function of rainfall intensity and duration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c′ and φ′ in the laboratory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methods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shear test: shear a sample at three different σ′ values → fit a line through (σ′, τ_f) points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Triaxial test: apply confining pressure σ₃, increase σ₁ to failure → draw Mohr circle at failure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triaxial tests at different σ₃ → common tangent = envelope → c′, φ′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vs peak: back-analysis of old landslides uses residual strength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0" cy="3840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344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parameter ranges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values for slope materials: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sand/gravel:  c′ ≈ 0 kPa,  φ′ = 32–40°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Sandy silt (colluvium):  c′ = 5–15 kPa,  φ′ = 28–34°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Carpathian flysch shale:  c′ = 5–20 kPa,  φ′ = 20–28°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clay (residual):  c′ ≈ 0,  φ′ = 12–18°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Weathered crystalline rock:  c′ = 10–50 kPa,  φ′ = 28–38°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Carpathian flysch slope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angle β = 28°,  soil depth z = 4.5 m,  γ = 20.5 kN/m³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parameters: c′ = 8 kPa, φ′ = 24°  (typical Carpathian flysch shale)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state (u = 0): σ′ = 71.5 kPa; τ = 38.9 kPa; τ_f = 40.0 kPa → stable (FS = 1.03)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heavy rainfall (water table at surface, m = 1): u = 34.4 kPa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σ′ falls to 37.1 kPa; τ still 38.9 kPa; τ_f = 25.3 kPa → FAILURE (FS = 0.65)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 circle has shifted left onto the failure envelope — the Terzaghi + Mohr–Coulomb chain is complete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Mohr Circles and the Mohr–Coulomb Failure Criterion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Mohr circle: drag σ₁, σ₃ sliders and watch the circle update in real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failure envelope with adjustable c′ and φ′ — identify the failure point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Pore-pressure animation: raise u and watch the circle approach the failure envelope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Carpathian flysch worked example: reproduce the rainfall-triggered failure numerically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figures: mohr_element_and_circle.svg, mohr_circle_failure.svg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 circle: complete stress state of a point encoded in one circle in (σ, τ) space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Mohr–Coulomb envelope: τ_f = c′ + σ′ tan φ′ — boundary beyond which soil yields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when circle touches envelope — on the plane at θ = 45° + φ′/2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raises u → circle shifts left → approaches envelope → slope fails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shear / triaxial tests measure c′ and φ′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Carpathian flysch: c′ = 5–20 kPa, φ′ = 20–28°; cohesion often lost on pre-existing shear surfaces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 O (1900) Zeitschr. des VDI 44: 1524-1530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 CA (1776) Mém. Acad. Roy. Sci. Paris 7: 343-382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Terzaghi K (1943) Theoretical Soil Mechanics. Wiley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 AW (1955) Géotechnique 5: 7-17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 RF (2004) Craig’s Soil Mechanics, 7th edn. Spon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Mohr Circles and Mohr-Coulomb</dc:title>
  <dc:subject>PptxGenJS Presentation</dc:subject>
  <dc:creator>Ola Fredin (NTNU)</dc:creator>
  <cp:lastModifiedBy>Ola Fredin (NTNU)</cp:lastModifiedBy>
  <cp:revision>1</cp:revision>
  <dcterms:created xsi:type="dcterms:W3CDTF">2026-05-29T07:03:19Z</dcterms:created>
  <dcterms:modified xsi:type="dcterms:W3CDTF">2026-05-29T07:03:19Z</dcterms:modified>
</cp:coreProperties>
</file>