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Rockfall Trajectories and Runout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where the block stops — and what it hits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Session 1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Rockfall as a hazard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Rockfall: detachment of a block from a steep face; free fall, bouncing, rolling, sliding to 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landslides: no shear surface — purely kinematic once detachment occurs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zone: every fjord-side road, alpine valley town, Carpathian tourist trail is exposed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Norway: ~1700 fatal rockfall events since AD 1000 (Furseth 2006); Tafjord 1934 tsunami (40 killed)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Europe: limestone and sandstone cliffs in Tatras, Karkonosze, Bohemian Karst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where is the 500-yr stopping point? What is the kinetic energy at the road?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motion modes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→ Bounce → Roll → Slide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fall (β &gt; 76°): block detached; only gravity acts; vertical cliffs and headscarps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 (β 45–76°): intermittent surface contact; energy lost at each impact through normal restitution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(β 25–45°): continuous surface contact; rotational energy; losses to surface deformation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(β &lt; 25°): translational motion; halted by friction; common on fan deposits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angles are empirical and vary with block size and shape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Norwegian fjord-slope block sees all four in sequence: free fall off 200-m cliff → bounce on talus → roll across apron → slide to stop on beach</a:t>
            </a:r>
            <a:endParaRPr lang="en-US" sz="1500" dirty="0"/>
          </a:p>
        </p:txBody>
      </p:sp>
      <p:pic>
        <p:nvPicPr>
          <p:cNvPr id="5" name="Image 0" descr="/sessions/eager-admiring-tesla/mnt/silesia-slopes/notebooks/figures/rockfall_motion_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960120"/>
            <a:ext cx="356616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2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motion modes as slope angle decreases from ~85° to ~15°. After Ritchie (1963) and Whalley (1984).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Energy-line and shadow-angle methods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Heim’s fahrböschung (energy line)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 (1932): the straight line from source to stopping point defines the travel slope: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 α  =  H / 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total fall height;  L — horizontal travel distance;  α — fahrböschung (energy-line angle)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values: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741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rockfalls (&lt; 10³ m³):  α = 30–45°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31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rock avalanches (&gt; 10⁶ m³):  α = 10–20°  (long-runout paradox: size → lower α)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885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Zero-parameter runout estimate: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4764024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6402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L_max  =  H / tan(α_min)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56327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α_min from regional inventory lower envelope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 A (1932) Bergsturz und Menschenleben. Fretz &amp; Wasmuth, Zürich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Evans &amp; Hungr (1993) shadow-angle method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&amp; Hungr (1993): systematic analysis of 16 rockfall sites in British Columbia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angle: the zone below α_min from the cliff base empirically always receives blocks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identify cliff base on DEM; project shadow line downslope; everything below is hazard zone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purely geometric — only requires a good DEM; no velocity/restitution parameters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design: lower envelopes used; intended for screening-level hazard maps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with lumped-mass simulation for site-specific design (net heights, energy barriers)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Lumped-mass simulation and Monte-Carlo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coefficients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bounce: kinetic energy is partially lost through deformation and fragmentation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restitution: e_n = v_n,after / v_n,before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Tangential restitution: e_t = v_t,after / v_t,before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on rock: e_n ≈ 0.5–0.8, e_t ≈ 0.7–0.9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on soil: e_n ≈ 0.2–0.5, e_t ≈ 0.5–0.8  (energy absorbed by soil deformation)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friction: μ_r ≈ 0.3–0.7 (forested) to 0.05–0.2 (smooth rock)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uncertainty is large → Monte-Carlo is standard practice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Monte-Carlo runout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e_n, e_t, μ_r from probability distributions (log-normal or triangular)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 = 100–1000 trajectories; each gives a different stopping distance x_stop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empirical CDF of stopping distance: P(stops before x) = fraction of trajectories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zoning: high-hazard = area reached by ≥10% of trajectories; medium = 1–10%; low = 0.1–1%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runout probability map, energy envelope (barrier design), bounce-height envelope (net height)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06: implement this in Python; ~50 lines for a full probabilistic runout map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hazard zoning (Norwegian practice)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 guidelines (2014): three hazard zones based on annual exceedance probability: 1/100, 1/1000, 1/5000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Inhabited areas: land-use regulation requires P &lt; 1/1000 per year for new buildings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α angles for Norwegian lithologies (gneiss, schist, phyllite): typical α_min ≈ 28–32°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measures: catching ditches, embankments, rockfall nets (Geobrugg, Maccaferri), concrete galleries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simulation (RockyFor3D, RAMMS::Rockfall): integrates forest structure and terrain ruggedness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Rockfall Trajectories and Runout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2-D lumped-mass ballistic simulator with variable e_n, e_t, μ_r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energy-line angle α and compare to a synthetic Norwegian fjord-slope profile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Monte-Carlo ensemble (N = 200) with log-normal parameter distributions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runout CDF and identify P10, P50, P90 stopping distances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shadow_angle_concept.svg, rockfall_single_trajectory.svg, runout_probability.svg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motion modes: fall → bounce → roll → slide, determined by slope angle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 fahrböschung: tanα = H/L; α_min from inventory gives zero-parameter runout estimate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&amp; Hungr (1993) shadow-angle: geometric, DEM-only, conservative screening tool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coefficients (e_n, e_t, μ_r) control energy loss at each bounce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Monte-Carlo: sample parameter uncertainty → runout CDF → hazard zones at P10/P50/P90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 practice: three zones at annual exceedance probability 1/100, 1/1000, 1/5000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 A (1932) Bergsturz und Menschenleben. Fretz &amp; Wasmuth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SG &amp; Hungr O (1993) Can. Geotech. J. 30: 620-636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Ritchie AM (1963) Hwy Res. Rec. 17: 13-28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Dorren LKA (2003) Prog. Phys. Geogr. 27: 69-87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Furseth A (2006) Skredulykker i Norge. Tun Forlag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 (2014) Sikkerhet mot skred. Veileder nr. 7/2014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Rockfall Trajectories and Runout</dc:title>
  <dc:subject>PptxGenJS Presentation</dc:subject>
  <dc:creator>Ola Fredin (NTNU)</dc:creator>
  <cp:lastModifiedBy>Ola Fredin (NTNU)</cp:lastModifiedBy>
  <cp:revision>1</cp:revision>
  <dcterms:created xsi:type="dcterms:W3CDTF">2026-05-29T07:03:19Z</dcterms:created>
  <dcterms:modified xsi:type="dcterms:W3CDTF">2026-05-29T07:03:19Z</dcterms:modified>
</cp:coreProperties>
</file>